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company1/report.pptx#slide=12" TargetMode="External"/><Relationship Id="rId3" Type="http://schemas.openxmlformats.org/officeDocument/2006/relationships/hyperlink" Target="company2/report.pptx#slide=12" TargetMode="External"/><Relationship Id="rId4" Type="http://schemas.openxmlformats.org/officeDocument/2006/relationships/hyperlink" Target="company3/report.pptx#slide=12" TargetMode="External"/></Relationships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3566160"/>
            <a:ext cx="2743200" cy="381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itle"/>
          <p:cNvSpPr txBox="1"/>
          <p:nvPr/>
        </p:nvSpPr>
        <p:spPr>
          <a:xfrm>
            <a:off x="109728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0070C0"/>
                </a:solidFill>
                <a:latin typeface="Calibri"/>
              </a:rPr>
              <a:t>Price Difference Summary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1097280" y="28346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666666"/>
                </a:solidFill>
                <a:latin typeface="Calibri"/>
              </a:rPr>
              <a:t>Statistical overview across all companies</a:t>
            </a:r>
          </a:p>
        </p:txBody>
      </p:sp>
      <p:sp>
        <p:nvSpPr>
          <p:cNvPr id="6" name="ContentList"/>
          <p:cNvSpPr txBox="1"/>
          <p:nvPr/>
        </p:nvSpPr>
        <p:spPr>
          <a:xfrm>
            <a:off x="1097280" y="39319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Title"/>
          <p:cNvSpPr txBox="1"/>
          <p:nvPr/>
        </p:nvSpPr>
        <p:spPr>
          <a:xfrm>
            <a:off x="914400" y="21945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0070C0"/>
                </a:solidFill>
                <a:latin typeface="Calibri"/>
              </a:rPr>
              <a:t>Price Difference Distribution</a:t>
            </a:r>
          </a:p>
        </p:txBody>
      </p:sp>
      <p:sp>
        <p:nvSpPr>
          <p:cNvPr id="4" name="DimensionInfo"/>
          <p:cNvSpPr txBox="1"/>
          <p:nvPr/>
        </p:nvSpPr>
        <p:spPr>
          <a:xfrm>
            <a:off x="914400" y="32918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666666"/>
                </a:solidFill>
                <a:latin typeface="Calibri"/>
              </a:rPr>
              <a:t>3 rows  x  6 columns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Title"/>
          <p:cNvSpPr txBox="1"/>
          <p:nvPr/>
        </p:nvSpPr>
        <p:spPr>
          <a:xfrm>
            <a:off x="45720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0C0"/>
                </a:solidFill>
                <a:latin typeface="Calibri"/>
              </a:rPr>
              <a:t>Price Difference Distribution</a:t>
            </a:r>
          </a:p>
        </p:txBody>
      </p:sp>
      <p:sp>
        <p:nvSpPr>
          <p:cNvPr id="4" name="PageInfo"/>
          <p:cNvSpPr txBox="1"/>
          <p:nvPr/>
        </p:nvSpPr>
        <p:spPr>
          <a:xfrm>
            <a:off x="8686800" y="1828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66666"/>
                </a:solidFill>
                <a:latin typeface="Calibri"/>
              </a:rPr>
              <a:t>Page 1 / 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11247120" cy="20948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523701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Company</a:t>
                      </a:r>
                    </a:p>
                  </a:txBody>
                  <a:tcPr anchor="t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1-100</a:t>
                      </a:r>
                    </a:p>
                  </a:txBody>
                  <a:tcPr anchor="t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101-200</a:t>
                      </a:r>
                    </a:p>
                  </a:txBody>
                  <a:tcPr anchor="t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201-300</a:t>
                      </a:r>
                    </a:p>
                  </a:txBody>
                  <a:tcPr anchor="t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301-400</a:t>
                      </a:r>
                    </a:p>
                  </a:txBody>
                  <a:tcPr anchor="t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401-500</a:t>
                      </a:r>
                    </a:p>
                  </a:txBody>
                  <a:tcPr anchor="t">
                    <a:solidFill>
                      <a:srgbClr val="0070C0"/>
                    </a:solidFill>
                  </a:tcPr>
                </a:tc>
              </a:tr>
              <a:tr h="523701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  <a:hlinkClick r:id="rId2" action="ppaction://hlinkfile"/>
                        </a:rPr>
                        <a:t>company1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t"/>
                </a:tc>
              </a:tr>
              <a:tr h="523701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  <a:hlinkClick r:id="rId3" action="ppaction://hlinkfile"/>
                        </a:rPr>
                        <a:t>company2</a:t>
                      </a:r>
                    </a:p>
                  </a:txBody>
                  <a:tcPr anchor="t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t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t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t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t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t">
                    <a:solidFill>
                      <a:srgbClr val="E8F0FE"/>
                    </a:solidFill>
                  </a:tcPr>
                </a:tc>
              </a:tr>
              <a:tr h="523701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  <a:hlinkClick r:id="rId4" action="ppaction://hlinkfile"/>
                        </a:rPr>
                        <a:t>company3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