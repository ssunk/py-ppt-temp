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company1/report.pptx#270,12,Monthly Price Comparison (|diff| &gt; 5)" TargetMode="External"/><Relationship Id="rId3" Type="http://schemas.openxmlformats.org/officeDocument/2006/relationships/hyperlink" Target="company2/report.pptx#270,12,Monthly Price Comparison (|diff| &gt; 5)" TargetMode="External"/><Relationship Id="rId4" Type="http://schemas.openxmlformats.org/officeDocument/2006/relationships/hyperlink" Target="company3/report.pptx#270,12,Monthly Price Comparison (|diff| &gt; 5)" TargetMode="External"/></Relationships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3566160"/>
            <a:ext cx="2743200" cy="381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109728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070C0"/>
                </a:solidFill>
                <a:latin typeface="Calibri"/>
              </a:rPr>
              <a:t>Price Difference Summary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1097280" y="2834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666666"/>
                </a:solidFill>
                <a:latin typeface="Calibri"/>
              </a:rPr>
              <a:t>Statistical overview across all companies</a:t>
            </a:r>
          </a:p>
        </p:txBody>
      </p:sp>
      <p:sp>
        <p:nvSpPr>
          <p:cNvPr id="6" name="ContentList"/>
          <p:cNvSpPr txBox="1"/>
          <p:nvPr/>
        </p:nvSpPr>
        <p:spPr>
          <a:xfrm>
            <a:off x="1097280" y="393192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Title"/>
          <p:cNvSpPr txBox="1"/>
          <p:nvPr/>
        </p:nvSpPr>
        <p:spPr>
          <a:xfrm>
            <a:off x="914400" y="21945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070C0"/>
                </a:solidFill>
                <a:latin typeface="Calibri"/>
              </a:rPr>
              <a:t>Price Difference Distribution</a:t>
            </a:r>
          </a:p>
        </p:txBody>
      </p:sp>
      <p:sp>
        <p:nvSpPr>
          <p:cNvPr id="4" name="DimensionInfo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666666"/>
                </a:solidFill>
                <a:latin typeface="Calibri"/>
              </a:rPr>
              <a:t>3 rows  x  6 columns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Title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0C0"/>
                </a:solidFill>
                <a:latin typeface="Calibri"/>
              </a:rPr>
              <a:t>Price Difference Distribution</a:t>
            </a:r>
          </a:p>
        </p:txBody>
      </p:sp>
      <p:sp>
        <p:nvSpPr>
          <p:cNvPr id="4" name="PageInfo"/>
          <p:cNvSpPr txBox="1"/>
          <p:nvPr/>
        </p:nvSpPr>
        <p:spPr>
          <a:xfrm>
            <a:off x="8686800" y="182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Calibri"/>
              </a:rPr>
              <a:t>Page 1 / 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777240"/>
          <a:ext cx="11247120" cy="20948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523701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Company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1-100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101-200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201-300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301-400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401-500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</a:tr>
              <a:tr h="523701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  <a:hlinkClick r:id="rId2" action="ppaction://hlinkpres?slideindex=12&amp;slidetitle=Monthly Price Comparison (|diff| &gt; 5)"/>
                        </a:rPr>
                        <a:t>company1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t"/>
                </a:tc>
              </a:tr>
              <a:tr h="523701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  <a:hlinkClick r:id="rId3" action="ppaction://hlinkpres?slideindex=12&amp;slidetitle=Monthly Price Comparison (|diff| &gt; 5)"/>
                        </a:rPr>
                        <a:t>company2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</a:tr>
              <a:tr h="523701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  <a:hlinkClick r:id="rId4" action="ppaction://hlinkpres?slideindex=12&amp;slidetitle=Monthly Price Comparison (|diff| &gt; 5)"/>
                        </a:rPr>
                        <a:t>company3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t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